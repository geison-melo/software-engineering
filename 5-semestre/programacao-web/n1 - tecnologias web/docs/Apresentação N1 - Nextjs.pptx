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114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r>
              <a:rPr lang="en-US" sz="4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Server-Side Rendering e Roteamento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Gabriel </a:t>
            </a:r>
            <a:r>
              <a:rPr lang="en-US" sz="15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Massaia</a:t>
            </a: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Geison Melo, Leonardo Anders e Thiago Maes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Software · Programação WEB · 2026/2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era difícil antes? Como uma SPA tradicional chega ao navegador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Navegador pede a página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/produtos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86200" y="2359152"/>
            <a:ext cx="502920" cy="310896"/>
          </a:xfrm>
          <a:prstGeom prst="rightArrow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526280" y="182880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754880" y="199339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Servidor responde: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id="root"&gt;&lt;/div&gt;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src="app.js"&gt;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0" y="2359152"/>
            <a:ext cx="502920" cy="310896"/>
          </a:xfrm>
          <a:prstGeom prst="rightArrow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8595360" y="182880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823960" y="21031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Tela branca…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baixar e executar todo o JavaScript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77724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renderização lenta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6177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espera o bundle JavaScript baixar, interpretar e executar antes de ver qualquer conteúdo.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43400" y="374904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57200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prejudicado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46177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Buscadores e redes sociais recebem um HTML vazio — o conteúdo não existe até o JS rodar.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38160" y="3749040"/>
            <a:ext cx="3566160" cy="2148840"/>
          </a:xfrm>
          <a:prstGeom prst="roundRect">
            <a:avLst>
              <a:gd name="adj" fmla="val 383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836676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pesado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66760" y="46177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aplicação (e a lógica de dados) viaja para o navegador, mesmo o que nunca será usado.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Solução: renderizar no servidor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SSR, o HTML chega pronto — o conteúdo aparece antes de qualquer JavaScript rodar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Requisição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/posts/o-que-e-ssr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2450592"/>
            <a:ext cx="457200" cy="310896"/>
          </a:xfrm>
          <a:prstGeom prst="rightArrow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3840480" y="192024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069080" y="221284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Servidor renderiza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dados + gera o HTML da página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995160" y="2450592"/>
            <a:ext cx="457200" cy="310896"/>
          </a:xfrm>
          <a:prstGeom prst="rightArrow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7543800" y="192024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772400" y="2084832"/>
            <a:ext cx="36118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HTML completo: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&lt;article&gt;&lt;h1&gt;O que é SSR?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&lt;/h1&gt;&lt;p&gt;Conteúdo…&lt;/p&gt;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868680" y="395020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Hidratação:  </a:t>
            </a: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React 'liga' os eventos sobre o HTML já visível — a página nasce pronta e depois fica interativa.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visível de imediato, HTML indexável por buscadores e menos JavaScript no cliente — sem abrir mão da interatividade do React.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Next.js?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14400" y="16916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é um framework React de produção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traz, prontos e integrados, renderização no servidor, roteamento, otimizações de build e divisão de código.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Pilares principais do tema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5440680" cy="2651760"/>
          </a:xfrm>
          <a:prstGeom prst="roundRect">
            <a:avLst>
              <a:gd name="adj" fmla="val 310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86868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Renderização no servidor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 são o padrão: componentes assíncronos que executam no servidor, acessam dados diretamente e </a:t>
            </a: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enviam seu código ao navegador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68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posts = await getPosts()  // no servidor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3429000"/>
            <a:ext cx="5440680" cy="2651760"/>
          </a:xfrm>
          <a:prstGeom prst="roundRect">
            <a:avLst>
              <a:gd name="adj" fmla="val 310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492240" y="3703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 por sistema de arquivos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42062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de pastas </a:t>
            </a: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mapa de rotas: cada pasta vira um segmento de URL — sem instalar roteador, sem tabela de rotas.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92240" y="5440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app/posts/[slug]/page.tsx → /posts/meu-post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× SSR: o que muda na prática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uma escolha binária — o Next.js permite decidir por página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44068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(renderização no cliente)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inicial: 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vazio (&lt;div id="root"&gt;)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visível: 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após baixar e executar o JS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SEO: 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crawlers veem página vazia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para: 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atrás de login (dashboards, ferramentas internas)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5440680" cy="3291840"/>
          </a:xfrm>
          <a:prstGeom prst="roundRect">
            <a:avLst>
              <a:gd name="adj" fmla="val 25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492240" y="2240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(Next.js)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834640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inicial: 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completo, com o conteúdo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visível: 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primeiro paint, antes do JS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SEO: 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indexável de imediato</a:t>
            </a:r>
            <a:endParaRPr lang="en-US" sz="135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para: 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públicos (e-commerce, blogs, portais, páginas de produto)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68680" y="568756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Next.js as duas convivem: </a:t>
            </a: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públicas com SSR + componentes interativos com "use client" — a escolha é por página e até por componente.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Roteamento: pastas viram URLs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real da nossa prova de conceito (TechBlog)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4846320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src/app/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layout.tsx      ← UI compartilhada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page.tsx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loading.tsx     ← carregamento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not-found.tsx   ← 404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sobre/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page.tsx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posts/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[slug]/      ← rota dinâmica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└─ page.tsx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394960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492240" y="21122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page.tsx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   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raiz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3291840"/>
            <a:ext cx="5394960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492240" y="34381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sobre/page.tsx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3794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/sobre   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estática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617720"/>
            <a:ext cx="5394960" cy="1143000"/>
          </a:xfrm>
          <a:prstGeom prst="roundRect">
            <a:avLst>
              <a:gd name="adj" fmla="val 72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92240" y="476402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posts/[slug]/page.tsx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5120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/posts/o-que-e-ssr   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dinâmica — [slug] vem da URL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035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saber as rotas de um app Next.js, basta olhar a árvore de pastas.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especiais do App Router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 que resolvem problemas comuns sem código extra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192024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822960" y="205740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932688" y="20848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layout.tsx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91840" y="208483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compartilhada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2651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e rodapé aparecem em todas as páginas e não re-renderizam ao navegar — o estado é preservado.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1783080"/>
            <a:ext cx="5440680" cy="192024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446520" y="205740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556248" y="20848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loading.tsx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915400" y="208483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Carregamento automático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2651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Exibido pelo streaming SSR enquanto os Server Components buscam dados. Sem gerenciar estado de loading na mão.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5440680" cy="192024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822960" y="420624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932688" y="42336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not-found.tsx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91840" y="4233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404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480060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Renderizada para rotas inexistentes ou quando o código chama notFound() — ex.: slug que não existe no banco.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72200" y="3931920"/>
            <a:ext cx="5440680" cy="192024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6446520" y="420624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6556248" y="42336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generateMetadata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915400" y="4233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dinâmico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46520" y="480060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&lt;title&gt; e a descrição da página saem dos dados — cada post da PoC tem seu próprio título na aba.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competitiva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mercado usa Next.js em vez de uma SPA pura (CRA / Vite + React Router)?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679192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804672" y="201168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1997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de verdade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4672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no HTML desde o primeiro byte — indexável por Google e redes sociais.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1783080"/>
            <a:ext cx="2679192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3666744" y="201168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666744" y="1997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66744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percebida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666744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Contentful Paint mais rápido: o usuário vê conteúdo antes de o JS chegar.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2784" y="1783080"/>
            <a:ext cx="2679192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528816" y="201168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528816" y="1997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28816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JS no cliente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28816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 não vão para o bundle — páginas ricas com pouco JavaScript.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34856" y="1783080"/>
            <a:ext cx="2679192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390888" y="201168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9390888" y="1997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90888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pavimentado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390888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Roteamento, imagens, fontes e build de produção resolvidos por convenção.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434840"/>
            <a:ext cx="11064240" cy="1463040"/>
          </a:xfrm>
          <a:prstGeom prst="roundRect">
            <a:avLst>
              <a:gd name="adj" fmla="val 5625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914400" y="4663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usa em produção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50749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  ·   TikTok   ·   Twitch   ·   Nike   ·   OpenAI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sozinho é uma biblioteca de componentes — roteamento, dados e build ficavam por conta de cada equipe. O Next.js empacota essas decisões.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de conceito — O Setup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TechBlog: mini-blog com Next.js 16 + React 19 + TypeScript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577840" cy="4023360"/>
          </a:xfrm>
          <a:prstGeom prst="roundRect">
            <a:avLst>
              <a:gd name="adj" fmla="val 181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777240" y="1993392"/>
            <a:ext cx="5120640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package.json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"scripts": {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"dev":   "next dev",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"build": "next build",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"start": "next start"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"dependencies": {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"next": "16.3.1",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"react": "19.2.8",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"react-dom": "19.2.8"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0" y="1965960"/>
            <a:ext cx="5212080" cy="1188720"/>
          </a:xfrm>
          <a:prstGeom prst="roundRect">
            <a:avLst>
              <a:gd name="adj" fmla="val 692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675120" y="21305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dependências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75120" y="25146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react e react-dom — roteador, SSR e build já vêm no framework.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3291840"/>
            <a:ext cx="5212080" cy="1188720"/>
          </a:xfrm>
          <a:prstGeom prst="roundRect">
            <a:avLst>
              <a:gd name="adj" fmla="val 692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675120" y="34564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comando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675120" y="3840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create-next-app cria o projeto pronto com TypeScript e ESLint.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4617720"/>
            <a:ext cx="5212080" cy="1188720"/>
          </a:xfrm>
          <a:prstGeom prst="roundRect">
            <a:avLst>
              <a:gd name="adj" fmla="val 692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675120" y="47823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locais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675120" y="51663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src/lib/posts.ts simula um banco com atraso de 800 ms — a demo não depende de internet.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de conceito — Demonstração ao vivo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mostrar agora, passo a passo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Seminário Tecnologias WEB · Next.js: SSR e Roteamento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8333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234440" y="1792224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371600" y="183794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977640" y="173736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o servidor e abrir a home: o loading.tsx aparece enquanto o servidor busca os dados (streaming SSR).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40080" y="27294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234440" y="2688336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71600" y="27340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Ctrl+U no post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977640" y="2633472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do SSR: o texto do post está dentro do HTML que o servidor enviou — é isso que o Google indexa.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39312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40080" y="3625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234440" y="3584448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7160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F5 no post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977640" y="3529584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selo de horário muda a cada recarga: cada requisição é renderizada no servidor naquele instante.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535424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40080" y="45217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234440" y="4480560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371600" y="45262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Navegar pelas rotas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977640" y="4425696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/sobre (estática), /posts/[slug] (dinâmica) e /posts/nao-existe (404 via notFound()).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431536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40080" y="5417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234440" y="5376672"/>
            <a:ext cx="2514600" cy="475488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371600" y="542239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977640" y="5321808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Bônus: a tabela do build mostra ○ Static e ƒ Dynamic — duas estratégias no mesmo app.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143000" y="18470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474720" y="184708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SPAs entregam HTML vazio: primeira renderização lenta e SEO ruim.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2670048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143000" y="277977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0" y="27797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SSR: o servidor gera o HTML pronto a cada requisição; o React hidrata depois.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602736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143000" y="3712464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74720" y="371246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Pastas viram rotas; [slug] captura valores da URL; layout, loading e 404 por convenção.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535424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143000" y="46451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74720" y="464515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TechBlog: view-source com conteúdo, horário de renderização mudando a cada F5.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nextjs.org/docs (App Router: Getting Started, Dynamic Routes, Loading UI) · react.dev (Server Components)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  Perguntas?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1417</Words>
  <Application>Microsoft Office PowerPoint</Application>
  <PresentationFormat>Widescreen</PresentationFormat>
  <Paragraphs>180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Engenharia de Software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Next.js — Server-Side Rendering e Roteamento</dc:title>
  <dc:subject>Seminário Tecnologias WEB</dc:subject>
  <dc:creator>Geison Melo</dc:creator>
  <cp:lastModifiedBy>Geison Melo</cp:lastModifiedBy>
  <cp:revision>3</cp:revision>
  <dcterms:created xsi:type="dcterms:W3CDTF">2026-08-15T13:21:44Z</dcterms:created>
  <dcterms:modified xsi:type="dcterms:W3CDTF">2026-08-15T14:07:10Z</dcterms:modified>
</cp:coreProperties>
</file>