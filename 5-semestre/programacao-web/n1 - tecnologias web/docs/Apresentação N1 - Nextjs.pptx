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114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Tecnologias WEB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r>
              <a:rPr lang="en-US" sz="4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Server-Side Rendering e Roteamento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Gabriel </a:t>
            </a:r>
            <a:r>
              <a:rPr lang="en-US" sz="15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Massaia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Geison Melo, Leonardo Anders e Thiago Maes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· Programação WEB · 2026/2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era difícil antes? Como uma SPA tradicional chega ao navegador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Tecnologias WEB · Next.js: SSR e Roteamento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Navegador pede a página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/produtos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86200" y="2359152"/>
            <a:ext cx="502920" cy="310896"/>
          </a:xfrm>
          <a:prstGeom prst="rightArrow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26280" y="18288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199339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Servidor responde: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id="root"&gt;&lt;/div&gt;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src="app.js"&gt;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359152"/>
            <a:ext cx="502920" cy="310896"/>
          </a:xfrm>
          <a:prstGeom prst="rightArrow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8595360" y="182880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823960" y="21031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Tela branca…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baixar e executar todo o JavaScript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renderização lenta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espera o bundle JavaScript baixar, interpretar e executar antes de ver qualquer conteúdo.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374904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7200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prejudicado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Buscadores e redes sociais recebem um HTML vazio — o conteúdo não existe até o JS rodar.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374904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36676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pesado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aplicação (e a lógica de dados) viaja para o navegador, mesmo o que nunca será usado.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renderizar no servidor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SSR, o HTML chega pronto — o conteúdo aparece antes de qualquer JavaScript rodar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Tecnologias WEB · Next.js: SSR e Roteamento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Requisição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/posts/o-que-e-ssr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450592"/>
            <a:ext cx="457200" cy="310896"/>
          </a:xfrm>
          <a:prstGeom prst="rightArrow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840480" y="192024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069080" y="221284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Servidor renderiza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dados + gera o HTML da página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95160" y="2450592"/>
            <a:ext cx="457200" cy="310896"/>
          </a:xfrm>
          <a:prstGeom prst="rightArrow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43800" y="192024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0" y="2084832"/>
            <a:ext cx="3611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HTML completo: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&lt;article&gt;&lt;h1&gt;O que é SSR?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&lt;/h1&gt;&lt;p&gt;Conteúdo…&lt;/p&gt;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68680" y="39502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Hidratação: 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React 'liga' os eventos sobre o HTML já visível — a página nasce pronta e depois fica interativa.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visível de imediato, HTML indexável por buscadores e menos JavaScript no cliente — sem abrir mão da interatividade do React.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Next.js?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Tecnologias WEB · Next.js: SSR e Roteamento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é um framework React de produção</a:t>
            </a: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traz, prontos e integrados, renderização no servidor, roteamento, otimizações de build e divisão de código.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principais do tema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5440680" cy="2651760"/>
          </a:xfrm>
          <a:prstGeom prst="roundRect">
            <a:avLst>
              <a:gd name="adj" fmla="val 31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 no servidor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2062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são o padrão: componentes assíncronos que executam no servidor, acessam dados diretamente e </a:t>
            </a: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enviam seu código ao navegador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5440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posts = await getPosts()  // no servidor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3429000"/>
            <a:ext cx="5440680" cy="2651760"/>
          </a:xfrm>
          <a:prstGeom prst="roundRect">
            <a:avLst>
              <a:gd name="adj" fmla="val 31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92240" y="3703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por sistema de arquivos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4206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de pastas </a:t>
            </a: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mapa de rotas: cada pasta vira um segmento de URL — sem instalar roteador, sem tabela de rotas.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5440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app/posts/[slug]/page.tsx → /posts/meu-post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× SSR: o que muda na prática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escolha binária — o Next.js permite decidir por página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Tecnologias WEB · Next.js: SSR e Roteamento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4068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(renderização no cliente)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inicial: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vazio (&lt;div id="root"&gt;)</a:t>
            </a:r>
            <a:endParaRPr lang="en-US" sz="13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visível: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após baixar e executar o JS</a:t>
            </a:r>
            <a:endParaRPr lang="en-US" sz="13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SEO: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crawlers veem página vazia</a:t>
            </a:r>
            <a:endParaRPr lang="en-US" sz="13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atrás de login (dashboards, ferramentas internas)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440680" cy="3291840"/>
          </a:xfrm>
          <a:prstGeom prst="roundRect">
            <a:avLst>
              <a:gd name="adj" fmla="val 25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92240" y="22402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(Next.js)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inicial: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completo, com o conteúdo</a:t>
            </a:r>
            <a:endParaRPr lang="en-US" sz="13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visível: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primeiro paint, antes do JS</a:t>
            </a:r>
            <a:endParaRPr lang="en-US" sz="13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SEO: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indexável de imediato</a:t>
            </a:r>
            <a:endParaRPr lang="en-US" sz="13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públicos (e-commerce, blogs, portais, páginas de produto)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68680" y="568756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Next.js as duas convivem: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públicas com SSR + componentes interativos com "use client" — a escolha é por página e até por componente.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Roteamento: pastas viram URLs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real da nossa prova de conceito (TechBlog)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Tecnologias WEB · Next.js: SSR e Roteamento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484632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layout.tsx      ← UI compartilhada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page.tsx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loading.tsx     ← carregamento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not-found.tsx   ← 404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sobre/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page.tsx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posts/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[slug]/      ← rota dinâmica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page.tsx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394960" cy="1143000"/>
          </a:xfrm>
          <a:prstGeom prst="roundRect">
            <a:avLst>
              <a:gd name="adj" fmla="val 7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92240" y="21122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page.tsx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raiz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3291840"/>
            <a:ext cx="5394960" cy="1143000"/>
          </a:xfrm>
          <a:prstGeom prst="roundRect">
            <a:avLst>
              <a:gd name="adj" fmla="val 7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92240" y="34381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sobre/page.tsx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/sobre 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estática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4617720"/>
            <a:ext cx="5394960" cy="1143000"/>
          </a:xfrm>
          <a:prstGeom prst="roundRect">
            <a:avLst>
              <a:gd name="adj" fmla="val 7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92240" y="47640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posts/[slug]/page.tsx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/posts/o-que-e-ssr 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dinâmica — [slug] vem da URL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saber as rotas de um app Next.js, basta olhar a árvore de pastas.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especiais do App Router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Convenções que resolvem problemas comuns sem código extra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Tecnologias WEB · Next.js: SSR e Roteamento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32688" y="20848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layout.tsx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91840" y="2084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compartilhada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e rodapé aparecem em todas as páginas e não re-renderizam ao navegar — o estado é preservado.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46520" y="205740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556248" y="20848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loading.tsx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15400" y="2084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Carregamento automático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26517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Exibido pelo streaming SSR enquanto os Server Components buscam dados. Sem gerenciar estado de loading na mão.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22960" y="42062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32688" y="42336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not-found.tsx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91840" y="4233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404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48006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Renderizada para rotas inexistentes ou quando o código chama notFound() — ex.: slug que não existe no banco.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446520" y="42062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556248" y="42336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generateMetadata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915400" y="4233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dinâmico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46520" y="48006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&lt;title&gt; e a descrição da página saem dos dados — cada post da PoC tem seu próprio título na aba.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competitiva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mercado usa Next.js em vez de uma SPA pura (CRA / Vite + React Router)?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Tecnologias WEB · Next.js: SSR e Roteamento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79192" cy="2286000"/>
          </a:xfrm>
          <a:prstGeom prst="roundRect">
            <a:avLst>
              <a:gd name="adj" fmla="val 3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04672" y="201168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04672" y="1997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de verdade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no HTML desde o primeiro byte — indexável por Google e redes sociais.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0712" y="1783080"/>
            <a:ext cx="2679192" cy="2286000"/>
          </a:xfrm>
          <a:prstGeom prst="roundRect">
            <a:avLst>
              <a:gd name="adj" fmla="val 3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666744" y="201168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666744" y="1997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66744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percebida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66744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Contentful Paint mais rápido: o usuário vê conteúdo antes de o JS chegar.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2784" y="1783080"/>
            <a:ext cx="2679192" cy="2286000"/>
          </a:xfrm>
          <a:prstGeom prst="roundRect">
            <a:avLst>
              <a:gd name="adj" fmla="val 3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528816" y="201168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528816" y="1997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28816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JS no cliente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28816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não vão para o bundle — páginas ricas com pouco JavaScript.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34856" y="1783080"/>
            <a:ext cx="2679192" cy="2286000"/>
          </a:xfrm>
          <a:prstGeom prst="roundRect">
            <a:avLst>
              <a:gd name="adj" fmla="val 3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90888" y="201168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390888" y="1997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90888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pavimentado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390888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Roteamento, imagens, fontes e build de produção resolvidos por convenção.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91440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 em produção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5074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  ·   TikTok   ·   Twitch   ·   Nike   ·   OpenAI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sozinho é uma biblioteca de componentes — roteamento, dados e build ficavam por conta de cada equipe. O Next.js empacota essas decisões.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conceito — O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TechBlog: mini-blog com Next.js 16 + React 19 + TypeScript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Tecnologias WEB · Next.js: SSR e Roteamento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512064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"scripts":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"dev":   "next dev",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"build": "next build",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"start": "next start"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"dependencies":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"next": "16.3.1",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"react": "19.2.8",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"react-dom": "19.2.8"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96596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675120" y="2130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dependências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75120" y="2514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react e react-dom — roteador, SSR e build já vêm no framework.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329184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675120" y="3456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comando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75120" y="3840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create-next-app cria o projeto pronto com TypeScript e ESLint.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461772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675120" y="47823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locais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75120" y="5166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src/lib/posts.ts simula um banco com atraso de 800 ms — a demo não depende de internet.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conceito — Demonstração ao vivo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mostrar agora, passo a passo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Tecnologias WEB · Next.js: SSR e Roteamento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8333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34440" y="1792224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71600" y="18379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77640" y="17373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o servidor e abrir a home: o loading.tsx aparece enquanto o servidor busca os dados (streaming SSR).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27294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34440" y="2688336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71600" y="27340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Ctrl+U no post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77640" y="263347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 do SSR: o texto do post está dentro do HTML que o servidor enviou — é isso que o Google indexa.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39312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" y="3625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34440" y="3584448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71600" y="3630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 no post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77640" y="352958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selo de horário muda a cada recarga: cada requisição é renderizada no servidor naquele instante.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535424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0080" y="4521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34440" y="4480560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371600" y="4526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Navegar pelas rotas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977640" y="442569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/sobre (estática), /posts/[slug] (dinâmica) e /posts/nao-existe (404 via notFound()).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431536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0080" y="54178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234440" y="5376672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371600" y="54223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977640" y="532180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Bônus: a tabela do build mostra ○ Static e ƒ Dynamic — duas estratégias no mesmo app.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live coding falhar, a apresentação continua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Tecnologias WEB · Next.js: SSR e Roteamento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40680" cy="329184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gravado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Gravação da demonstração completa seguindo o mesmo roteiro do live coding (docs/ROTEIRO-DEMO.md), disponível offline em pen drive e na nuvem.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440680" cy="329184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53796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no repositório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37960" y="27889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completo e testado, commitado no Git. Qualquer máquina com Node.js reproduz a demo em dois comandos: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37960" y="397764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766560" y="4142232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dev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 produção validado antes da apresentação (npm run build sem erros).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143000" y="18470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74720" y="184708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 entregam HTML vazio: primeira renderização lenta e SEO ruim.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670048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143000" y="27797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27797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SSR: o servidor gera o HTML pronto a cada requisição; o React hidrata depois.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602736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43000" y="37124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37124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Pastas viram rotas; [slug] captura valores da URL; layout, loading e 404 por convenção.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535424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143000" y="46451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46451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TechBlog: view-source com conteúdo, horário de renderização mudando a cada F5.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Referências: nextjs.org/docs (App Router: Getting Started, Dynamic Routes, Loading UI) · react.dev (Server Components)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 Perguntas?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1516</Words>
  <Application>Microsoft Office PowerPoint</Application>
  <PresentationFormat>Widescreen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Engenharia de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Next.js — Server-Side Rendering e Roteamento</dc:title>
  <dc:subject>Seminário Tecnologias WEB</dc:subject>
  <dc:creator>Geison Melo</dc:creator>
  <cp:lastModifiedBy>Geison Melo</cp:lastModifiedBy>
  <cp:revision>2</cp:revision>
  <dcterms:created xsi:type="dcterms:W3CDTF">2026-08-15T13:21:44Z</dcterms:created>
  <dcterms:modified xsi:type="dcterms:W3CDTF">2026-08-15T13:35:41Z</dcterms:modified>
</cp:coreProperties>
</file>